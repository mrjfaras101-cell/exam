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20 د — ثم تنفيذ 60 د — تحقّق 10 د.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أن يخرج كل متدرّب من الجلسة بحساب مؤمَّن + Git مهيّأ ببريده + مستودع شخصي فيه التزامه الأول.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الفرق بين Git وGitHub — أكثر خطأ مفهومي في البداية. (2) بريد git config يجب أن يطابق بريد حساب GitHub. (3) 2FA إلزامي.</a:t>
            </a:r>
          </a:p>
          <a:p>
            <a:pPr algn="r" rtl="1"/>
            <a:r>
              <a:rPr sz="1400">
                <a:latin typeface="Cairo"/>
                <a:cs typeface="Cairo"/>
              </a:rPr>
              <a:t>اسأل الفصل: «أين يعمل git status؟ وأين يعمل git push؟» — يثبّت الفرق بين المحلي والخادم.</a:t>
            </a:r>
          </a:p>
          <a:p>
            <a:pPr algn="r" rtl="1"/>
            <a:r>
              <a:rPr sz="1400">
                <a:latin typeface="Cairo"/>
                <a:cs typeface="Cairo"/>
              </a:rPr>
              <a:t>تحقّق ختامي: git config --list + git log --oneline على جهاز كل متدرّب قبل المغادرة.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التهيئة والتعريف بـ Git وGitHub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01 · Setup &amp;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01 — التهيئة والتعريف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سنبني معاً؟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2/11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موقع ويب حقيقي على الإنترنت اسمه «دليل فريق الصف»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طالب يضيف بطاقة تعريفية له بنفسه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نرى البطاقات تتراكم واحداً بعد آخر حتى يصبح الموقع لوحة كاملة للفريق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النهاية: رابط عام يفتحه أي شخص ويرى فيه اسمك ودورك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البرنامج كله مبني على مشروع واحد: تتعلم Git لأنك تحتاجه فعلاً، لا لأن هناك واجباً.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 الفرق بين Git وGitHub؟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3/11</a:t>
            </a:r>
          </a:p>
        </p:txBody>
      </p:sp>
      <p:pic>
        <p:nvPicPr>
          <p:cNvPr id="5" name="Picture 4" descr="git-vs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7415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العلاقة بينهما في جملة واحدة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4/11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Git هو المحرّك: برنامج على جهازك يسجّل التغييرات ويدير الفروع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GitHub هو المكان: خدمة على الإنترنت يستضيف المستودعات ويضيف التعاون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يعمل أحدهما بدل الآخر: بدون Git لا تعمل من الطرفية، وبدون GitHub لا يعمل الفريق معاً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 سريع: الأمر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status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أين يعمل؟ — على جهازك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اختبر نفسك: أي الأمرين يحتاج إنترنت؟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commit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أم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؟ (الجواب: الثاني فقط)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المناطق الثلاث في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5/11</a:t>
            </a:r>
          </a:p>
        </p:txBody>
      </p:sp>
      <p:pic>
        <p:nvPicPr>
          <p:cNvPr id="5" name="Picture 4" descr="flow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4042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يفعل كل أمر؟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6/11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الأمر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المنطقة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التشبيه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يعدّل — يعرض الحالة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لوحة القيادة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add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إلى منطقة الانتظار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تحضير الطلب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إلى المستودع المحلي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تسليم الطلب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push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إلى GitHub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إرسال للفرع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 GitHub إلى جهازك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استلام تحديثات الزملاء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4317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5397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الترتيب الإلزامي: add ← commit ← push. لا يمكن تخطي خطوة.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محطات جلسة اليوم (6 مهام)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7/11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220218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1: تثبيت Git والتحقق منه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2: ضبط الهوية (الاسم والبريد) — أهم خطوة في الورقة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3: إنشاء حساب GitHub مهني + التحقق بخطوتين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4: مفتاح SSH أو رمز وصول شخصي (PAT)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5: تجهيز VS Code والطرفية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6: أول مستودع شخصي: clone ثم commit ثم push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39018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49818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 الذهبية: اكتب الأوامر بيدك، ولا تخف من الخطأ — كل خطأ هنا يمكن التراجع عنه.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لا تخطئ في هذا الأمر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8/11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3836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02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user.name "سارة الحسن"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user.email "sara@example.com"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init.defaultBranch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pull.rebase 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5716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26796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استخدم نفس البريد المسجَّل في حساب GitHub. إن اختلف البريد، لن يرتبط التزامك بحسابك وقد يظهر باسم غريب بلا صورة.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الدورة الكاملة بنفسك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9/11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cd ~/projects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clone https://github.com/&lt;user&gt;/git-practice-&lt;user&gt;.git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cd git-practice-&lt;user&gt;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عدّل README.md ثم: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status                 # ماذا تغيّر؟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add README.md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commit -m "docs(readme): add a short personal introduction"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3f1a9c2 (HEAD -&gt; main, origin/main) docs(readme): add a short personal introduction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9d4b1a7 Initial commit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 معنى «دليل» في هذه الورشة؟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10/11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نقيّم ما تقوله، بل ما تُنتجه: مخرجات أوامرك الحقيقية من جهازك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مهمة فيها صندوق «دليل التسليم» تلصق فيه المخرجات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الأدلة المنسوخة من الورقة تُرفض — نعرفها من رقم الإصدار وأسماء الملفات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إتقان الأمر أهم من سرعة إنجازه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معيار إتمام اليوم: حساب مؤمَّن بـ 2FA + Git مهيّأ بالبريد الصحيح + مستودع شخصي فيه التزامك الأول.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أن ننتهي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11/11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أكملت المهام 1–6 وملأت الأدلة في ورقة العمل 01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تأكد: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config --list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يُظهر بريدك الصحيح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تأكد: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--oneline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مستودعك يُظهر التزامك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سنستنسخ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مستودع الفريق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ونشغّل الموقع على أجهزتنا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سؤال الليلة: لماذا لا يكفي </a:t>
            </a:r>
            <a:r>
              <a:rPr sz="1500" b="0">
                <a:solidFill>
                  <a:srgbClr val="0A5D5C"/>
                </a:solidFill>
                <a:latin typeface="Consolas"/>
                <a:cs typeface="Consolas"/>
              </a:rPr>
              <a:t>git add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وحدها لرفع عملك إلى GitHub؟ ستجد الجواب في أول دقيقة من الجلسة القادمة.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