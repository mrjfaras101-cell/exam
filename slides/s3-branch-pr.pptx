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فرعي الأول وطلب السحب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03 · Branch &amp;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03 — الفرع وطلب السحب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لماذا نمنع العمل على main؟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2/14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مخالفة اليوم: الدفع المباشر إلى main. حماية الفرع سترفضه، وستخصم درجات التقييم — لأن المراجعة مهارة مقصودة هنا لا إجراء شكلي.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main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هي النسخة التي يعتمد عليها الجميع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العمل المباشر عليها يعني: لا مراجعة، ولا فرصة للتصحيح، وانهيار المشروع عند أول خطأ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الفرع يمنحك مساحة آمنة للتجربة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طلب السحب يمنح الفريق فرصة الفحص قبل الدمج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رحلة طلب السحب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3/14</a:t>
            </a:r>
          </a:p>
        </p:txBody>
      </p:sp>
      <p:pic>
        <p:nvPicPr>
          <p:cNvPr id="5" name="Picture 4" descr="p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29466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دورة العمل في 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4/14</a:t>
            </a:r>
          </a:p>
        </p:txBody>
      </p:sp>
      <p:pic>
        <p:nvPicPr>
          <p:cNvPr id="5" name="Picture 4" descr="branch-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5363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أنشئ فرعك باسم صحيح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5/14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      # ← لا تبدأ قبل هذه الخطوة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feature/&lt;username&gt;-card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Switched to a new branch 'feature/omar-qa-card'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--show-current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feature/omar-qa-card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410705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✔ اسم صحيح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✘ اسم خطأ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السبب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feature/omar-qa-card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my-branch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يدل على صاحبه ولا موضوعه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docs/leen-readme-faq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test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غامض ومكرر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fix/sara-search-filter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sara/new/final/2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مسارات وتسمية فوضوية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اكتب بطاقتك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6/14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61590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cp data/members/00-template.json data/members/&lt;username&gt;.json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180390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98390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"fullName": "عمر القاسم",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"github": "omar-qa",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"role": "مختبر QA",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"favoriteCommand": "git log --oneline --graph --all",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"message": "أبحث عن الأخطاء قبل أن يجدها المستخدم، وأثبت كل إصلاح بمخرجات واضحة.",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"tags": ["Testing", "JavaScript"],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"joinedAt": "2026-10-06"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4575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4683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ممنوع: بريد إلكتروني، رقم هاتف، عنوان، كلمة مرور. الفحص التلقائي يرفض الملف، وقد يُطلب منك حذف الالتزام وإعادة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ولّد الفهرس ثم افحص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7/14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6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ali-h                 مطوّر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nour-dev              مصمّم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omar-qa               مختبر QA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 فحص بطاقات الأعضاء / Validating member cards 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95914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إن ظهر خطأ: اقرأ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أول سطر خطأ فقط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، أصلحه، ثم أعد التشغيل. لا تُكمل قبل أن تصبح النتيجة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0 خطأ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التزم برسالة مهنية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8/14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M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M data/members-index.json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??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data/members/omar-qa.json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"feat(members): add card for omar-qa"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[feature/omar-qa-card 89f5cff] feat(members): add card for omar-qa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3 files changed, 25 insertions(+), 2 deletions(-)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410705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✔ رسالة مقبولة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✘ رسالة مرفوضة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feat(members): add card for omar-qa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fix(ui): correct card alignment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changes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docs(readme): add FAQ section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final / done / asdf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ارفع فرعك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9/14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4072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04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 -u origin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Create a pull request for 'feature/omar-qa-card' on GitHub by visiting: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     https://github.com/&lt;org&gt;/class-team-hub/pull/new/feature/omar-qa-card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* [new branch]      feature/omar-qa-card -&gt;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branch 'feature/omar-qa-card' set up to track 'origin/feature/omar-qa-card'.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59524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الرابط الذي ظهر في المخرجات هو بوابة طلب السحب — لا تنسخه، بل افتحه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-u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تختصر عليك: بعدها يكفي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push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pull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بلا أسماء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افتح طلب السحب واملأه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10/14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لا تضغط Merge بنفسك. الدمج بعد موافقة المراجع — هذا هو الفرق بين «رفعت كوداً» و«عملت في فريق».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العنوان بنفس صيغة رسالة الالتزام: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feat(members): add card for omar-qa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ماذا تغيّر: ملف بطاقتي + إعادة توليد الفهرس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الأدلة: الصق مخرجات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node tests/validate-members.mjs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الربط: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Closes #12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ليُغلق طلبك المهمة تلقائياً عند الدمج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Reviewers: اختر زميلاً · Assignees: نفسك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كيف تكتب مراجعة يستفيد منها زميلك؟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11/14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«الحقل </a:t>
            </a:r>
            <a:r>
              <a:rPr sz="1500" b="0">
                <a:solidFill>
                  <a:srgbClr val="22303F"/>
                </a:solidFill>
                <a:latin typeface="Consolas"/>
                <a:cs typeface="Consolas"/>
              </a:rPr>
              <a:t>favoriteCommand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لا يبدأ بـ git، هل تصححه؟»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«هل تريد إضافة وسم JavaScript أيضاً؟»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«ممتاز، البطاقة تظهر بشكل نظيف ✔»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اقتراح تحسين واحد واضح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«كودك خاطئ»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«افعله بشكل صحيح»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«موافق» بلا تفصيل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أي تعليق على الشخص لا على العمل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استجب للملاحظات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12/14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المراجع طلب إضافة وسم JavaScript: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nano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"fix(members): add JavaScript tag per review feedback"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89f5cff..3c7d9e1  feature/omar-qa-card -&gt; feature/omar-qa-card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95914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لاحظ: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نفس طلب السحب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تحدّث تلقائياً — لا تفتح طلباً جديداً. الطلب يعرض كل ما على فرعك حتى لحظة الدمج.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أخطاء متوقعة اليوم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13/14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الخطأ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الحل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fatal: not a git 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أنت خارج مجلد المشروع — افحص pwd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fatal: invalid reference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الفرع خطأ، أو تحاول الانتقال إلى فرع غير موجود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! [rejected] non-fast-forward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فرعك قديم: git pull --rebase ثم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nothing to commit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نسيت git add قبل الالتزام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لم يظهر الرابط على GitHub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نسيت git push أو أخطأت اسم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14/14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سؤال للتفكير: زر الدمج على GitHub فيه ثلاثة خيارات (Merge / Squash / Rebase). أيّها تختار ولماذا؟ ستجيب عملياً في الجلسة القادمة.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بطاقتك على فرع مرفوع، وطلب سحب مفتوح بوصف كامل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راجعت طلب سحب زميل بملاحظة مكتوبة محددة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ردّيت على ملاحظة وصلتك (بتصحيح أو شرح مقنع)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مزامنة الفريق والدمج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كيف ترى تعديلات زملائك وكيف تعمل الاستراتيجيات الثلاث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