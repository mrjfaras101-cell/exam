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استنساخ مستودع الفريق واستكشافه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02 · Clone &amp; 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02 — الاستنساخ والاستكشاف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مشروعنا: دليل فريق الصف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2/11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المشروع مُصمَّم بحيث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لا يتعارض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عمل الطلاب: كل طالب له ملف بطاقة خاص باسمه.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موقع ويب بسيط: بطاقة تعريفية لكل طالب في الفريق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HTML + CSS + JavaScript + ملفات بيانات 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لا يحتاج تثبيت أي برنامج — يعمل بالمتصفح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لماذا اخترناه؟ لأنه يعلّم التعاون بلا مشاكل بيئات التطوير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بنية المشروع — أين بطاقتي؟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3/11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584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9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class-team-hub/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index.html              الصفحة الرئيسية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css/style.css           التنسيقات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js/app.js               يقرأ البيانات ويبني البطاقات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data/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├── site-config.json    إعدادات الموقع المشتركة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├── members-index.json  فهرس أسماء البطاقات (مُولَّد آلياً)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│   └── members/            بطاقة واحدة لكل طالب ← ملفك هنا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sandbox/                مختبر تمارين التعارض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├── tools/build-index.mjs   إعادة توليد الفهرس</a:t>
            </a:r>
          </a:p>
          <a:p>
            <a:pPr algn="l" rtl="0">
              <a:lnSpc>
                <a:spcPct val="115000"/>
              </a:lnSpc>
            </a:pPr>
            <a:r>
              <a:rPr sz="1200">
                <a:solidFill>
                  <a:srgbClr val="E6EDF7"/>
                </a:solidFill>
                <a:latin typeface="Consolas"/>
              </a:rPr>
              <a:t>└── tests/validate-members.mjs   فحص صحة البطاقات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استنسخ المستودع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4/11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~/projects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clone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Cloning into 'class-team-hub'...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Enumerating objects: 87, done.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Unpacking objects: 100% (87/87), done.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class-team-hub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remote -v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origin  https://github.com/&lt;org&gt;/class-team-hub.git (fetch)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origin  https://github.com/&lt;org&gt;/class-team-hub.git (push)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4107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215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لا تستخدم زر Download ZIP! النسخة المضغوطة بلا مجلد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.git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، فلن تستطيع الالتزام ولا الرفع، وستظهر لك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fatal: not a git repository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ماذا يجلب الاستنساخ فعلاً؟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5/11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اختبار سريع: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ls -a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— إن لم ترَ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.git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فأنت لست داخل مستودع.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الملفات، وليس الملفات الحالية فقط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الالتزامات في التاريخ (يمكنك رؤية ما فعله زملاؤك قبل أسبوع)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كل الفروع الموجودة على الخادم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الربط بالخادم باسم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origin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الإعدادات في مجلد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.git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لا تحذفه ولا تعدّله يدوياً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مسارات البيانات: من ملفك إلى الشاشة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6/11</a:t>
            </a:r>
          </a:p>
        </p:txBody>
      </p:sp>
      <p:pic>
        <p:nvPicPr>
          <p:cNvPr id="5" name="Picture 4" descr="data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4042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شغّل الموقع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7/11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الطريقة الأسرع (موصى بها):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cd ~/projects/class-team-hub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python3 -m http.server 8000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Serving HTTP on 0.0.0.0 port 8000 ...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افتح المتصفح على:  http://localhost:8000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للإيقاف: Ctrl+C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33933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44733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فتح الملف بالنقر المزدوج (file://) قد يفشل لأن المتصفح يمنع قراءة ملفات JSON محلياً لأسباب أمنية. الحل: خادم محلي كما أعلاه.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4004134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الملف الذي يعطي العنوان والوصف: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data/site-config.json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الملف الذي يعطي قائمة البطاقات: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الطريقة البديلة: Live Server من VS Code (يمين على index.html)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اقرأ تاريخ فريقك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8/11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6080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24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log --oneline --graph --all --decorate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  a1b2c3d (HEAD -&gt; main, origin/main) Merge pull request #7 from nour/card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|\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 * 9f8e7d6 feat(members): add card for nour-dev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|/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  5e6f7a8 Merge pull request #6 from ali-h/card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|\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 * 1a2b3c4 feat(members): add card for ali-h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|/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* 8de1e7a chore: initial commit of class-team-hub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shortlog -sn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4  nour-dev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3  ali-h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  1  Workshop Instructor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من عدّل ماذا؟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9/11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3836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02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-p -- data/members/leen-docs.json     # تاريخ ملف واحد بالتفصيل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blame data/members/leen-docs.json         # من كتب كل سطر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f9e8d7c9 (leen-docs 2026-10-06 11:02:40) 1) 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f9e8d7c9 (leen-docs 2026-10-06 11:02:40) 2)   "fullName": "لينا حدّاد",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5716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26796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القاعدة القادمة: الملف المُولَّد يُعاد توليده — </a:t>
            </a:r>
            <a:r>
              <a:rPr sz="1500" b="0">
                <a:solidFill>
                  <a:srgbClr val="4B2683"/>
                </a:solidFill>
                <a:latin typeface="Consolas"/>
                <a:cs typeface="Consolas"/>
              </a:rPr>
              <a:t>node tools/build-index.mjs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3236419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سؤال: أي ملف عدّله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الأعضاء؟ ولماذا؟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الجواب: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لأنه يسجّل قائمة البطاقات، فيتغير مع كل بطاقة جديدة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وهذا سبب جعله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مُولَّداً آلياً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: لا نكتبه بيدنا ولا نحلّ تعارضه يدوياً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خطأ شائع اليوم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10/11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87181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511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data/members/mycards.json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F08C7A"/>
                </a:solidFill>
                <a:latin typeface="Consolas"/>
              </a:rPr>
              <a:t>fatal: pathspec 'data/members/mycards.json' did not match any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05981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800" b="0">
                <a:solidFill>
                  <a:srgbClr val="22303F"/>
                </a:solidFill>
                <a:latin typeface="Cairo"/>
                <a:cs typeface="Cairo"/>
              </a:rPr>
              <a:t>هذه الرسالة تعني أن </a:t>
            </a:r>
            <a:r>
              <a:rPr sz="1800" b="1">
                <a:solidFill>
                  <a:srgbClr val="22303F"/>
                </a:solidFill>
                <a:latin typeface="Cairo"/>
                <a:cs typeface="Cairo"/>
              </a:rPr>
              <a:t>الملف غير موجود</a:t>
            </a:r>
            <a:r>
              <a:rPr sz="1800" b="0">
                <a:solidFill>
                  <a:srgbClr val="22303F"/>
                </a:solidFill>
                <a:latin typeface="Cairo"/>
                <a:cs typeface="Cairo"/>
              </a:rPr>
              <a:t> في المكان الذي كتبته. الأسباب الشائعة: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2528709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999" y="2636709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git يخبرك بالحقيقة: لا يوجد ملف بهذا المسار. اقرأ الرسالة قبل أن تسأل أحداً.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193508"/>
            <a:ext cx="11112119" cy="110109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خطأ مطبعي في الاسم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لم تحفظ الملف فعلاً في المحرر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أنت في مجلد مختلف — افحص بـ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pwd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ls data/members/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02 — الاستنساخ والاستكشاف · 11/11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تذكّر: لا عمل على main. كل تعديل — ولو سطراً — يبدأ من فرع خاص بك.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الموقع يعمل على جهازك ولديك دليل (صورة أو خادم يعمل)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تعرف مكان ملف بطاقتك: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data/members/&lt;username&gt;.json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قرأت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log --graph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وحدّدت أكثر الأعضاء مساهمة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فرعك الأول وطلب السحب الأول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ستضيف بطاقتك فعلاً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