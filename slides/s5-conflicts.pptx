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حل التعارضات ونشر الموقع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05 · Merge Conflicts &amp; GitHub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05 — حل التعارضات والنشر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هدف اليوم — ثلاث مهارات يطلبها سوق العمل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حل التعارضات بثقة: نفهم لماذا حدث، ولا نخاف منه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إدارة الإصدارات: وسم الإصدار الأول من المشروع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النشر: الموقع يظهر على رابط عام يراه أي شخص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التعارض ليس فشلاً: هو دعوة من Git لاتخاذ قرار واعٍ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اليوم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الدمج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لا يُنهى إلا بعد فهمه: كل تعارض حلّيته ستشرحه في تقرير التسليم بجملة واحدة واضحة.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متى يحدث التعارض؟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3/13</a:t>
            </a:r>
          </a:p>
        </p:txBody>
      </p:sp>
      <p:pic>
        <p:nvPicPr>
          <p:cNvPr id="5" name="Picture 4" descr="conflict-mar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532" y="1080000"/>
            <a:ext cx="7751055" cy="33210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0000" y="4509081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شرطان معاً: تعديلان متوازيان + نفس الأسطر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تعديلان في ملفين مختلفين ← لا تعارض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تعديلان في نفس الملف لكن أسطراً مختلفة ← لا تعارض (يحدث دمج تلقائي)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تعديلان في نفس السطر ← تعارض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6085201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6193201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حلّ التعارض = </a:t>
            </a:r>
            <a:r>
              <a:rPr sz="1500" b="1">
                <a:solidFill>
                  <a:srgbClr val="4B2683"/>
                </a:solidFill>
                <a:latin typeface="Cairo"/>
                <a:cs typeface="Cairo"/>
              </a:rPr>
              <a:t>قرار محتوى</a:t>
            </a: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، والجهاز يساعد لكن القرار لك ولفريقك.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صنع تعارض متعمد داخل الفرع المشترك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4/13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4072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04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main &amp;&amp; git pull --ff-only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-c sandbox/conflict-&lt;team&gt;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nano data/site-config.json     # الفريق الأول: h1Title = "دليل صف 2026"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data/site-config.json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"content(config): set team headline (team A)"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 -u origin sandbox/conflict-&lt;team&gt;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59524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تكرار التعارض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بشكل مقصود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في بيئة آمنة هو أسرع طريق لإتقانه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ملف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data/site-config.json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هو ميدان التدريب: يتغير بسرعة، ولن يضر الموقع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التعارض يظهر، ماذا أرى؟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5/13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main &amp;&amp; git pull --ff-only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merge sandbox/conflict-&lt;team&gt;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Auto-merging data/site-config.json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F08C7A"/>
                </a:solidFill>
                <a:latin typeface="Consolas"/>
              </a:rPr>
              <a:t>CONFLICT (content): Merge conflict in data/site-config.json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Automatic merge failed; fix conflicts and then commit the result.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status -sb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UU data/site-config.json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851145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4031145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"siteName": "دليل فريق الصف",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&lt;&lt;&lt;&lt;&lt;&lt;&lt; HEAD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"h1Title": "دليل صف 2026",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=======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"h1Title": "دليل فريق الصف",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&gt;&gt;&gt;&gt;&gt;&gt;&gt; sandbox/conflict-team-a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"contactEmail": "team@example.com"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العلامات الثلاث — ترجمتها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6/13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العلامة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تعني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&lt;&lt;&lt;&lt;&lt;&lt;&lt;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بداية منطقة التعديل الموجود على فرعك الحالي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=======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الخط الفاصل بين الرأيين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&gt;&gt;&gt;&gt;&gt;&gt;&gt; 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بداية تعديل الطرف الآخر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27078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8158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✘ خطأ قاتل: ترك أي من العلامات الثلاث في الملف. المشروع لن يعمل، وهذه أسرع طريقة لرفض طلبك في المراجعة.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القرار ثم إغلاق التعارض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7/13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"siteName": "دليل فريق الصف",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"h1Title": "دليل صف 2026",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"contactEmail": "team@example.com"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827525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3007525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grep -rInE "^(&lt;{7}|={7}|&gt;{7})( |$)" --exclude-dir=.git 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← لا مخرجات = لا علامات متبقية ✔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6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data/site-config.json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"merge: resolve site-config headline conflict"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59867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القرار هنا: نريد عنوان «دليل صف 2026» — لأن الأحدث هو الأصح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الحل الأفضل ليس «خذ رأيي»، بل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ماذا سيرى الزائر؟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الأدوات البصرية تُسهّل، لا تُقرّر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8/13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88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6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الأداة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القيمة عند التعارض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VS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تلوين الطرفين وأزرار Accept Current/Incoming — مع معاينة مباشرة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GitHub Desktop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فتح الملف في محرر والخيارات الأربعة، ثم Continue merge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diff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رؤية الفرق بنص واضح قبل أي قرار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mergetool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فتح أداة الفروق الثلاثية (ثلاثة أعمدة) عند الحاجة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0697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777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مهما استخدمت من أدوات: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القرار قرارك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، والأداة تعرض لا تحكم. اقرأ الطرفين قبل الموافقة.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علّم إصدارك الأول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9/13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74188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8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tag -a v1.0.0 -m "الإصدار الأول: بطاقات الفريق العشرة + صفحة الأسئلة الشائعة"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push origin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* [new tag]         v1.0.0 -&gt;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show v1.0.0 --stat --no-patch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tag v1.0.0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Tagger: Omar Al-Qasem &lt;omar@example.com&gt;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Date:   Tue Nov 3 11:20:14 2026 +0300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الإصدار الأول: بطاقات الفريق العشرة + صفحة الأسئلة الشائعة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929885"/>
            <a:ext cx="11112119" cy="36703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الوسم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معنون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(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-a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) يحمل: من وسم، ومتى، ولماذا — لأنه مرجع رسمي للفريق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7 — انشر الموقع على GitHub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10/13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Settings → Pages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Source:  Deploy from a branch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Branch:  main  /  (root)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→ Save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بعد دقيقة: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https://&lt;org&gt;.github.io/class-team-hub/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33933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44733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الصفحة قد تحتاج 1–3 دقائق حتى تظهر أول مرة. حدّث الصفحة، وإن استمر الخطأ فتحقق من: اسم الفرع، ومجلد الإخراج، وأن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index.html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في الجذر.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4004134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4112134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عند نجاح النشر: ضع الرابط في وصف المستودع (About → Website) وفي رسالة الالتزام النهائي.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اختبار نهائي للفريق — «السؤال الكبير»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11/13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افتح رابط الموقع من هاتف زميلك: هل تظهر البطاقات كلها؟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نادِ ثلاثة أعضاء باسم كل واحد: هل بطاقته تظهر ببياناته الصحيحة وترتيبه الصحيح؟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افتح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log --oneline --graph --all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واسأل: أي عقدة جمعت عمل كل الفريق؟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تحقق من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tag -l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ثم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ls-remote --tags origin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: هل الوسم على الخادم فعلاً؟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الوسم المحلي وحده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لا يُرفع تلقائياً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مع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push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— يحتاج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push origin v1.0.0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أو </a:t>
            </a:r>
            <a:r>
              <a:rPr sz="1500" b="0">
                <a:solidFill>
                  <a:srgbClr val="1C4B86"/>
                </a:solidFill>
                <a:latin typeface="Consolas"/>
                <a:cs typeface="Consolas"/>
              </a:rPr>
              <a:t>git push origin --tags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ختام البرنامج الأساسي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12/13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عندك الآن: مهارة يطلبها كل فريق برمجي، ومشروع حقيقي على الإنترنت باسمك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أتقنت: الالتزام، الفرع، طلب السحب، المراجعة، المزامنة، الدمج، حل التعارض، النشر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الخطوة التالية (اختيارية متقدمة):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الوحدة 06 — الأتمتة الاحترافية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(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ws6-automation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فيها: GitHub Actions، حماية الفرع، CODEOWNERS، الإصدارات، وسجل التغييرات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هذه المهارات تُختبر في المقابلات العملية. احتفظ بمستودع المشروع في سيرتك، واربطه بحساب GitHub.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شكراً — أسئلتكم؟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05 — حل التعارضات والنشر · 13/13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لا تنسَ: كل ما تعلمته اليوم يستخدمه المهندسون كل يوم في العمل الفعلي. الفرق بينك وبينهم اليوم: عدد المحاولات، لا الموهبة.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